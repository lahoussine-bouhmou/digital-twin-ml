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CE1B-CD44-DEAD-EDD0-9031770C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632AE-6966-9B29-9319-A59E3CDD9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0E61E-62AC-4C00-6D63-D35218C5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6872-C24C-27C8-8040-4CE90E2A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CFE9F-1ADC-A40C-A32F-55572E0C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90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CACB-54B0-8B01-73FD-148AAA5F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22DD-40F5-3468-E8BE-65C9691FC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498D-3AB9-BBD9-1426-696713C9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FFD1-75C5-7E95-5C28-4135D478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D1EB5-813A-5F44-C4DD-8FE25B4F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46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C66B-1F58-C8D0-94CC-D47FF696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4D7FC-37DD-F4CA-934C-D0093998E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FA7C4-7616-AAD9-940C-12CB8AB4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C4905-2C22-A3D6-3E04-55A25DCF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86B49-2C39-517C-3681-5735F02A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51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2905-F28A-945D-15F3-FE240AEB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7EC8B-E983-E9A5-001C-D899EE099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4CE2-5176-3988-ECCD-0B4462580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8CD92-4736-D284-84F6-67B83680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D5B13-6AEA-0652-8491-CA8A062C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92942-610E-E670-2E09-ED14B12B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29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11C7-FC39-09F9-021F-F10D1CB8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5AAB3-747B-A026-3278-B2016E10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FCD80-C849-BD64-EA68-94EBB69AC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76ABB-9842-93DD-36B3-5E60A9B70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43080-A451-993B-41FF-FC44C8308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532F0-6222-48E1-0387-0FC48F64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FDDCD-4E65-8452-1141-3CC1E5C0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F4383-79CB-CEA4-0F4D-79EEC354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7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E305-B2D6-8358-DAD3-BB4BFBB0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31C25-3C76-2BC4-6721-0D8E3076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DBD4A-C06A-862F-0DCB-DA604498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5B53C-CE21-C69C-2C14-E958A778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75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81B05-9F1E-DE2C-6B8F-5F480854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3E65B-235C-C1F3-48CE-83B99DD5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5925E-475F-D1D3-5916-177A35A4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4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89030-4165-2A0E-D444-C72B2434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294-C3DF-7917-038E-3E03B6746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A9E6E-D989-2214-6512-7CEE16B0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1FC7C-7DD8-4F49-A8BB-0ECCCB8E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3EB63-CDCB-A671-F04F-44AED9CA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4D616-7D5C-DAEA-81B7-6EF349E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7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A17A-B04C-5E71-A8A9-D7BD8499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0B5C9-5CFD-CD74-DE29-87B4007BB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2151E-2106-88C4-CF3F-9A73EF66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497F-ACC6-DFCD-6E76-82B81437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BE065-1893-1CE3-896D-EC54463F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69CB2-2040-A1C3-C08E-B4B7D876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07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95D9-50D4-AD3A-7328-D30FB51A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A05A-5AB2-AC62-7784-3C1510AE5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472E1-926E-78F9-4932-0AD550EE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9AF44-F273-3EBC-BB85-AB719369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5B807-D4F8-10CA-B3C1-891B9ADA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18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046EE4-C80F-2E15-F793-6B1BDE9F4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5CCCB-152F-8B0A-838B-DAF734E34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1B53-1985-AFFA-EF88-8AF9F627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A0C1-E9C2-1836-4023-96C4055B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D1ED0-2446-91AB-06E7-988AE515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83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F6307-9451-FA06-70E0-C3A07A65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B9F8E-21B6-6D35-BB4E-03FEA861A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06B30-AE91-4BEE-A58B-0C1AA59B9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6809-6225-48D4-8432-D18C737CD53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787A-42C5-3EAF-472F-EE17737F1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CD411-461C-5FA5-3ACB-1FE531D5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C3E7A-C79B-4F70-A7BA-E640772921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63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DB5EB-ABA3-E760-1C03-7EF6A6E13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Noise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E400D-FF99-4A15-AE33-6DC2FA66F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83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66D24D-28D1-6056-A1FD-B5E22640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130" y="868089"/>
            <a:ext cx="5730737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8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29FC-FBA7-9E93-7744-AADB7089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ECA56-622A-DAE1-70E5-0D005BC00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1" y="556590"/>
            <a:ext cx="5806628" cy="50067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32087D-AA19-49E5-42C9-0748F2EA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938" y="556590"/>
            <a:ext cx="5616427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C576-2E89-A4CD-867C-8A9E794A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2B8800-DDA0-00E0-E2EA-3FEF4329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" y="556590"/>
            <a:ext cx="5856834" cy="5006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69673-8DB1-690D-CCCE-DBEB308D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6590"/>
            <a:ext cx="5776461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5D5C-A982-7F91-3CB0-176E3FE0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5678D-6B9F-069F-CDAF-72DD344A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6" y="556590"/>
            <a:ext cx="5776460" cy="5060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A547AD-DCDB-48E1-22DD-F8145C73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796" y="556589"/>
            <a:ext cx="5713175" cy="506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5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5001-7953-95EA-8088-272CBCB2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CEA58-BCEE-9A05-1D89-A466D019C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5" y="556588"/>
            <a:ext cx="5790906" cy="5060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1E543-EDFE-14D9-3CFD-AC8EEE9B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38" y="556588"/>
            <a:ext cx="5624047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C90A-0CD8-5083-D2E3-00556D0C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5FBF-DBFD-25BB-F067-0283036C3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5" y="556588"/>
            <a:ext cx="5851961" cy="5075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1FA50-6E0C-02F7-D440-533CD33DA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378" y="556588"/>
            <a:ext cx="5825832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0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A7A7-C694-94F0-9EC8-89FAD626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A64DF2-D086-2DE7-681F-536D1377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" y="556588"/>
            <a:ext cx="5975331" cy="5150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261D3-E637-BB00-C8EF-4FD4C44D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789" y="556588"/>
            <a:ext cx="6064596" cy="51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A9D6-C250-0F12-5D1B-ED2A263A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64AE6-60FC-3F73-5D38-00EE9B57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4" y="556588"/>
            <a:ext cx="5973955" cy="51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4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Noise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MAJIDI Arash</dc:creator>
  <cp:lastModifiedBy>MAJIDI Arash</cp:lastModifiedBy>
  <cp:revision>2</cp:revision>
  <dcterms:created xsi:type="dcterms:W3CDTF">2026-04-15T05:41:13Z</dcterms:created>
  <dcterms:modified xsi:type="dcterms:W3CDTF">2026-04-15T07:33:07Z</dcterms:modified>
</cp:coreProperties>
</file>